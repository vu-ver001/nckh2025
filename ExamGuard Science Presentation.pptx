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Asap Semi-Bold" charset="1" panose="020F0704030202060203"/>
      <p:regular r:id="rId7"/>
    </p:embeddedFont>
    <p:embeddedFont>
      <p:font typeface="Asap Bold" charset="1" panose="020F0804030202060203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png" Type="http://schemas.openxmlformats.org/officeDocument/2006/relationships/image"/><Relationship Id="rId25" Target="../media/image24.png" Type="http://schemas.openxmlformats.org/officeDocument/2006/relationships/image"/><Relationship Id="rId26" Target="../media/image25.png" Type="http://schemas.openxmlformats.org/officeDocument/2006/relationships/image"/><Relationship Id="rId27" Target="../media/image26.png" Type="http://schemas.openxmlformats.org/officeDocument/2006/relationships/image"/><Relationship Id="rId28" Target="../media/image27.pn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png" Type="http://schemas.openxmlformats.org/officeDocument/2006/relationships/image"/><Relationship Id="rId31" Target="../media/image30.png" Type="http://schemas.openxmlformats.org/officeDocument/2006/relationships/image"/><Relationship Id="rId32" Target="../media/image31.png" Type="http://schemas.openxmlformats.org/officeDocument/2006/relationships/image"/><Relationship Id="rId33" Target="../media/image3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07708"/>
            <a:ext cx="3489158" cy="874559"/>
          </a:xfrm>
          <a:custGeom>
            <a:avLst/>
            <a:gdLst/>
            <a:ahLst/>
            <a:cxnLst/>
            <a:rect r="r" b="b" t="t" l="l"/>
            <a:pathLst>
              <a:path h="874559" w="3489158">
                <a:moveTo>
                  <a:pt x="0" y="0"/>
                </a:moveTo>
                <a:lnTo>
                  <a:pt x="3489158" y="0"/>
                </a:lnTo>
                <a:lnTo>
                  <a:pt x="348915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8096" y="439535"/>
            <a:ext cx="1024128" cy="42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2435" b="true">
                <a:solidFill>
                  <a:srgbClr val="FF8200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SLIDE 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89904" y="353064"/>
            <a:ext cx="5669280" cy="16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67"/>
              </a:lnSpc>
            </a:pPr>
            <a:r>
              <a:rPr lang="en-US" b="true" sz="9405">
                <a:solidFill>
                  <a:srgbClr val="00C2FF"/>
                </a:solidFill>
                <a:latin typeface="Asap Bold"/>
                <a:ea typeface="Asap Bold"/>
                <a:cs typeface="Asap Bold"/>
                <a:sym typeface="Asap Bold"/>
              </a:rPr>
              <a:t>KẾT LUẬN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2142670"/>
            <a:ext cx="9373694" cy="5575313"/>
          </a:xfrm>
          <a:custGeom>
            <a:avLst/>
            <a:gdLst/>
            <a:ahLst/>
            <a:cxnLst/>
            <a:rect r="r" b="b" t="t" l="l"/>
            <a:pathLst>
              <a:path h="5575313" w="9373694">
                <a:moveTo>
                  <a:pt x="0" y="0"/>
                </a:moveTo>
                <a:lnTo>
                  <a:pt x="9373694" y="0"/>
                </a:lnTo>
                <a:lnTo>
                  <a:pt x="9373694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1598" y="2350377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1952" y="2569017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56432" y="2504777"/>
            <a:ext cx="5815584" cy="836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554" b="true">
                <a:solidFill>
                  <a:srgbClr val="FFFFFF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ExamGuard kết hợp YOLO, MediaPipe và Fusion Engine.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01598" y="3848060"/>
            <a:ext cx="885962" cy="874559"/>
          </a:xfrm>
          <a:custGeom>
            <a:avLst/>
            <a:gdLst/>
            <a:ahLst/>
            <a:cxnLst/>
            <a:rect r="r" b="b" t="t" l="l"/>
            <a:pathLst>
              <a:path h="874559" w="885962">
                <a:moveTo>
                  <a:pt x="0" y="0"/>
                </a:moveTo>
                <a:lnTo>
                  <a:pt x="885962" y="0"/>
                </a:lnTo>
                <a:lnTo>
                  <a:pt x="885962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57866" y="4066699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84440" y="3848060"/>
            <a:ext cx="885962" cy="874559"/>
          </a:xfrm>
          <a:custGeom>
            <a:avLst/>
            <a:gdLst/>
            <a:ahLst/>
            <a:cxnLst/>
            <a:rect r="r" b="b" t="t" l="l"/>
            <a:pathLst>
              <a:path h="874559" w="885962">
                <a:moveTo>
                  <a:pt x="0" y="0"/>
                </a:moveTo>
                <a:lnTo>
                  <a:pt x="885962" y="0"/>
                </a:lnTo>
                <a:lnTo>
                  <a:pt x="885962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040708" y="4066699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259464" y="3848060"/>
            <a:ext cx="1104718" cy="874559"/>
          </a:xfrm>
          <a:custGeom>
            <a:avLst/>
            <a:gdLst/>
            <a:ahLst/>
            <a:cxnLst/>
            <a:rect r="r" b="b" t="t" l="l"/>
            <a:pathLst>
              <a:path h="874559" w="1104718">
                <a:moveTo>
                  <a:pt x="0" y="0"/>
                </a:moveTo>
                <a:lnTo>
                  <a:pt x="1104718" y="0"/>
                </a:lnTo>
                <a:lnTo>
                  <a:pt x="1104718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134488" y="4066699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353244" y="3848060"/>
            <a:ext cx="1093780" cy="874559"/>
          </a:xfrm>
          <a:custGeom>
            <a:avLst/>
            <a:gdLst/>
            <a:ahLst/>
            <a:cxnLst/>
            <a:rect r="r" b="b" t="t" l="l"/>
            <a:pathLst>
              <a:path h="874559" w="1093780">
                <a:moveTo>
                  <a:pt x="0" y="0"/>
                </a:moveTo>
                <a:lnTo>
                  <a:pt x="1093780" y="0"/>
                </a:lnTo>
                <a:lnTo>
                  <a:pt x="1093780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436086" y="3848060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925312" y="3819382"/>
            <a:ext cx="4005072" cy="115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554" b="true">
                <a:solidFill>
                  <a:srgbClr val="FFFFFF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Pipeline video → phát hiện → cảnh báo → dashboard đã hoạt động end-to-end.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01598" y="5138034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176622" y="5356674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821952" y="5138034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915732" y="5356674"/>
            <a:ext cx="229694" cy="218640"/>
          </a:xfrm>
          <a:custGeom>
            <a:avLst/>
            <a:gdLst/>
            <a:ahLst/>
            <a:cxnLst/>
            <a:rect r="r" b="b" t="t" l="l"/>
            <a:pathLst>
              <a:path h="218640" w="229694">
                <a:moveTo>
                  <a:pt x="0" y="0"/>
                </a:moveTo>
                <a:lnTo>
                  <a:pt x="229694" y="0"/>
                </a:lnTo>
                <a:lnTo>
                  <a:pt x="22969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334256" y="5271980"/>
            <a:ext cx="3584448" cy="836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554" b="true">
                <a:solidFill>
                  <a:srgbClr val="FFFFFF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Phone v3 cải thiện rõ rệt so với phone v2.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01598" y="6428009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915732" y="6635716"/>
            <a:ext cx="229694" cy="229572"/>
          </a:xfrm>
          <a:custGeom>
            <a:avLst/>
            <a:gdLst/>
            <a:ahLst/>
            <a:cxnLst/>
            <a:rect r="r" b="b" t="t" l="l"/>
            <a:pathLst>
              <a:path h="229572" w="229694">
                <a:moveTo>
                  <a:pt x="0" y="0"/>
                </a:moveTo>
                <a:lnTo>
                  <a:pt x="229694" y="0"/>
                </a:lnTo>
                <a:lnTo>
                  <a:pt x="22969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334256" y="6557855"/>
            <a:ext cx="4608576" cy="836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554" b="true">
                <a:solidFill>
                  <a:srgbClr val="FFFFFF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Cần thêm dữ liệu và thử nghiệm thực tế trước khi triển khai.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622220" y="3421712"/>
            <a:ext cx="2406316" cy="2372241"/>
          </a:xfrm>
          <a:custGeom>
            <a:avLst/>
            <a:gdLst/>
            <a:ahLst/>
            <a:cxnLst/>
            <a:rect r="r" b="b" t="t" l="l"/>
            <a:pathLst>
              <a:path h="2372241" w="2406316">
                <a:moveTo>
                  <a:pt x="0" y="0"/>
                </a:moveTo>
                <a:lnTo>
                  <a:pt x="2406316" y="0"/>
                </a:lnTo>
                <a:lnTo>
                  <a:pt x="240631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278488" y="1705390"/>
            <a:ext cx="1312536" cy="1300906"/>
          </a:xfrm>
          <a:custGeom>
            <a:avLst/>
            <a:gdLst/>
            <a:ahLst/>
            <a:cxnLst/>
            <a:rect r="r" b="b" t="t" l="l"/>
            <a:pathLst>
              <a:path h="1300906" w="1312536">
                <a:moveTo>
                  <a:pt x="0" y="0"/>
                </a:moveTo>
                <a:lnTo>
                  <a:pt x="1312536" y="0"/>
                </a:lnTo>
                <a:lnTo>
                  <a:pt x="1312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883110" y="2569017"/>
            <a:ext cx="1531292" cy="1508614"/>
          </a:xfrm>
          <a:custGeom>
            <a:avLst/>
            <a:gdLst/>
            <a:ahLst/>
            <a:cxnLst/>
            <a:rect r="r" b="b" t="t" l="l"/>
            <a:pathLst>
              <a:path h="1508614" w="1531292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455110" y="2569017"/>
            <a:ext cx="1312536" cy="1508614"/>
          </a:xfrm>
          <a:custGeom>
            <a:avLst/>
            <a:gdLst/>
            <a:ahLst/>
            <a:cxnLst/>
            <a:rect r="r" b="b" t="t" l="l"/>
            <a:pathLst>
              <a:path h="1508614" w="1312536">
                <a:moveTo>
                  <a:pt x="0" y="0"/>
                </a:moveTo>
                <a:lnTo>
                  <a:pt x="1312536" y="0"/>
                </a:lnTo>
                <a:lnTo>
                  <a:pt x="131253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883110" y="5356674"/>
            <a:ext cx="1531292" cy="1289974"/>
          </a:xfrm>
          <a:custGeom>
            <a:avLst/>
            <a:gdLst/>
            <a:ahLst/>
            <a:cxnLst/>
            <a:rect r="r" b="b" t="t" l="l"/>
            <a:pathLst>
              <a:path h="1289974" w="1531292">
                <a:moveTo>
                  <a:pt x="0" y="0"/>
                </a:moveTo>
                <a:lnTo>
                  <a:pt x="1531292" y="0"/>
                </a:lnTo>
                <a:lnTo>
                  <a:pt x="153129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5455110" y="5356674"/>
            <a:ext cx="1531292" cy="1289974"/>
          </a:xfrm>
          <a:custGeom>
            <a:avLst/>
            <a:gdLst/>
            <a:ahLst/>
            <a:cxnLst/>
            <a:rect r="r" b="b" t="t" l="l"/>
            <a:pathLst>
              <a:path h="1289974" w="1531292">
                <a:moveTo>
                  <a:pt x="0" y="0"/>
                </a:moveTo>
                <a:lnTo>
                  <a:pt x="1531292" y="0"/>
                </a:lnTo>
                <a:lnTo>
                  <a:pt x="153129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278488" y="6428009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2176622" y="7707051"/>
            <a:ext cx="14153512" cy="2372241"/>
          </a:xfrm>
          <a:custGeom>
            <a:avLst/>
            <a:gdLst/>
            <a:ahLst/>
            <a:cxnLst/>
            <a:rect r="r" b="b" t="t" l="l"/>
            <a:pathLst>
              <a:path h="2372241" w="14153512">
                <a:moveTo>
                  <a:pt x="0" y="0"/>
                </a:moveTo>
                <a:lnTo>
                  <a:pt x="14153512" y="0"/>
                </a:lnTo>
                <a:lnTo>
                  <a:pt x="1415351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3511296" y="8067738"/>
            <a:ext cx="11320272" cy="111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9" b="true">
                <a:solidFill>
                  <a:srgbClr val="00C2FF"/>
                </a:solidFill>
                <a:latin typeface="Asap Bold"/>
                <a:ea typeface="Asap Bold"/>
                <a:cs typeface="Asap Bold"/>
                <a:sym typeface="Asap Bold"/>
              </a:rPr>
              <a:t>Cảm ơn hội đồng đã lắng nghe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424928" y="9133391"/>
            <a:ext cx="3438144" cy="63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679" b="true">
                <a:solidFill>
                  <a:srgbClr val="FFFFFF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Câu hỏi và góp ý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0" y="8352038"/>
            <a:ext cx="18288000" cy="1934962"/>
          </a:xfrm>
          <a:custGeom>
            <a:avLst/>
            <a:gdLst/>
            <a:ahLst/>
            <a:cxnLst/>
            <a:rect r="r" b="b" t="t" l="l"/>
            <a:pathLst>
              <a:path h="1934962" w="18288000">
                <a:moveTo>
                  <a:pt x="0" y="0"/>
                </a:moveTo>
                <a:lnTo>
                  <a:pt x="18288000" y="0"/>
                </a:lnTo>
                <a:lnTo>
                  <a:pt x="1828800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0" y="1071335"/>
            <a:ext cx="1968804" cy="1082267"/>
          </a:xfrm>
          <a:custGeom>
            <a:avLst/>
            <a:gdLst/>
            <a:ahLst/>
            <a:cxnLst/>
            <a:rect r="r" b="b" t="t" l="l"/>
            <a:pathLst>
              <a:path h="1082267" w="1968804">
                <a:moveTo>
                  <a:pt x="0" y="0"/>
                </a:moveTo>
                <a:lnTo>
                  <a:pt x="1968804" y="0"/>
                </a:lnTo>
                <a:lnTo>
                  <a:pt x="196880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4580086" y="0"/>
            <a:ext cx="3707914" cy="2153601"/>
          </a:xfrm>
          <a:custGeom>
            <a:avLst/>
            <a:gdLst/>
            <a:ahLst/>
            <a:cxnLst/>
            <a:rect r="r" b="b" t="t" l="l"/>
            <a:pathLst>
              <a:path h="2153601" w="3707914">
                <a:moveTo>
                  <a:pt x="0" y="0"/>
                </a:moveTo>
                <a:lnTo>
                  <a:pt x="3707914" y="0"/>
                </a:lnTo>
                <a:lnTo>
                  <a:pt x="370791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0" y="6428009"/>
            <a:ext cx="656268" cy="1082267"/>
          </a:xfrm>
          <a:custGeom>
            <a:avLst/>
            <a:gdLst/>
            <a:ahLst/>
            <a:cxnLst/>
            <a:rect r="r" b="b" t="t" l="l"/>
            <a:pathLst>
              <a:path h="1082267" w="656268">
                <a:moveTo>
                  <a:pt x="0" y="0"/>
                </a:moveTo>
                <a:lnTo>
                  <a:pt x="656268" y="0"/>
                </a:lnTo>
                <a:lnTo>
                  <a:pt x="65626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6975464" y="6209369"/>
            <a:ext cx="1312536" cy="1727254"/>
          </a:xfrm>
          <a:custGeom>
            <a:avLst/>
            <a:gdLst/>
            <a:ahLst/>
            <a:cxnLst/>
            <a:rect r="r" b="b" t="t" l="l"/>
            <a:pathLst>
              <a:path h="1727254" w="1312536">
                <a:moveTo>
                  <a:pt x="0" y="0"/>
                </a:moveTo>
                <a:lnTo>
                  <a:pt x="1312536" y="0"/>
                </a:lnTo>
                <a:lnTo>
                  <a:pt x="131253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682496" y="5454115"/>
            <a:ext cx="347472" cy="421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2"/>
              </a:lnSpc>
            </a:pPr>
            <a:r>
              <a:rPr lang="en-US" sz="2494" b="true">
                <a:solidFill>
                  <a:srgbClr val="FFFFFF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v2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108960" y="5454115"/>
            <a:ext cx="347472" cy="421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2"/>
              </a:lnSpc>
            </a:pPr>
            <a:r>
              <a:rPr lang="en-US" sz="2494" b="true">
                <a:solidFill>
                  <a:srgbClr val="FFFFFF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v3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DAHV7459RVk</dc:identifier>
  <dcterms:modified xsi:type="dcterms:W3CDTF">2011-08-01T06:04:30Z</dcterms:modified>
  <cp:revision>1</cp:revision>
  <dc:title>ExamGuard Science Presentation</dc:title>
</cp:coreProperties>
</file>